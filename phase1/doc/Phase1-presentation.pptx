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62" r:id="rId3"/>
    <p:sldId id="261" r:id="rId4"/>
    <p:sldId id="258" r:id="rId5"/>
    <p:sldId id="260" r:id="rId6"/>
    <p:sldId id="263" r:id="rId7"/>
    <p:sldId id="264" r:id="rId8"/>
    <p:sldId id="265" r:id="rId9"/>
    <p:sldId id="269" r:id="rId10"/>
    <p:sldId id="270" r:id="rId11"/>
    <p:sldId id="271" r:id="rId12"/>
  </p:sldIdLst>
  <p:sldSz cx="12192000" cy="6858000"/>
  <p:notesSz cx="6858000" cy="9144000"/>
  <p:defaultTextStyle>
    <a:defPPr>
      <a:defRPr lang="en-H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93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51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02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396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35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557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688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79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04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66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677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194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4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A close-up of a network&#10;&#10;AI-generated content may be incorrect.">
            <a:extLst>
              <a:ext uri="{FF2B5EF4-FFF2-40B4-BE49-F238E27FC236}">
                <a16:creationId xmlns:a16="http://schemas.microsoft.com/office/drawing/2014/main" id="{DBB0FC04-84BE-8D24-E612-492F7BCBBA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39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4444" y="1066800"/>
            <a:ext cx="4682990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5BC85A-149D-D935-B9BB-E9CBB8341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818" y="1562101"/>
            <a:ext cx="4682976" cy="2738530"/>
          </a:xfrm>
        </p:spPr>
        <p:txBody>
          <a:bodyPr anchor="t">
            <a:normAutofit/>
          </a:bodyPr>
          <a:lstStyle/>
          <a:p>
            <a:r>
              <a:rPr lang="en-GB" sz="4800" dirty="0"/>
              <a:t>Food Tracking System Phase 1</a:t>
            </a:r>
            <a:endParaRPr lang="en-HR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1D8396-0830-B377-8D41-92CED96B8D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327" y="3429000"/>
            <a:ext cx="4062140" cy="1762432"/>
          </a:xfrm>
        </p:spPr>
        <p:txBody>
          <a:bodyPr>
            <a:normAutofit/>
          </a:bodyPr>
          <a:lstStyle/>
          <a:p>
            <a:r>
              <a:rPr lang="hr-HR" sz="1600" dirty="0"/>
              <a:t>Made by: Denis Keselj, marko obsivac and gabriel muskaj</a:t>
            </a:r>
            <a:endParaRPr lang="en-HR" sz="1600" dirty="0"/>
          </a:p>
          <a:p>
            <a:endParaRPr lang="en-HR" sz="16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0800000" flipV="1">
            <a:off x="305077" y="1063752"/>
            <a:ext cx="0" cy="472744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919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A40F2-9227-4D20-5394-7F3A15D15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R" dirty="0"/>
              <a:t>Introduction: </a:t>
            </a:r>
            <a:r>
              <a:rPr lang="en-GB" dirty="0"/>
              <a:t>What Is the Food Tracking System?</a:t>
            </a:r>
            <a:endParaRPr lang="en-H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B2E48B-3C1D-9841-6378-6CA55C7C2A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0992" y="2468881"/>
            <a:ext cx="7904152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What the app does:</a:t>
            </a:r>
            <a:endParaRPr kumimoji="0" lang="en-HR" altLang="en-H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HR" altLang="en-H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Lets users build a personal food database — adding basic foods and multi-ingredient recipes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HR" altLang="en-H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Tracks daily food intake by logging meals with serving sizes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HR" altLang="en-H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Calculates total calories and macronutrient breakdown (fat, carbs, protein) for any given day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HR" altLang="en-H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Persists all data between sessions using two CSV files — no database required</a:t>
            </a:r>
          </a:p>
        </p:txBody>
      </p:sp>
    </p:spTree>
    <p:extLst>
      <p:ext uri="{BB962C8B-B14F-4D97-AF65-F5344CB8AC3E}">
        <p14:creationId xmlns:p14="http://schemas.microsoft.com/office/powerpoint/2010/main" val="4149245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A9B22-C3ED-6989-53AE-377068EC8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Composite Pattern: Class Structure</a:t>
            </a:r>
            <a:endParaRPr lang="en-H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7F9AB5-F05D-8B19-FB66-7C5419E409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3351517"/>
            <a:ext cx="10919015" cy="2130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HR" altLang="en-H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FoodItem</a:t>
            </a:r>
            <a:r>
              <a:rPr kumimoji="0" lang="en-HR" altLang="en-H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(interface) — defines the shared contract: getName(), getCalories(), getNutrients()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HR" altLang="en-H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BasicFood</a:t>
            </a:r>
            <a:r>
              <a:rPr kumimoji="0" lang="en-HR" altLang="en-H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(leaf) — stores fat, carbs, protein, calories directly as fields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HR" altLang="en-H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Recipe</a:t>
            </a:r>
            <a:r>
              <a:rPr kumimoji="0" lang="en-HR" altLang="en-H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(composite) — holds a List&lt;FoodItem, Double&gt; of ingredients; delegates all calculations recursively to its children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HR" altLang="en-H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Nutrients</a:t>
            </a:r>
            <a:r>
              <a:rPr kumimoji="0" lang="en-HR" altLang="en-H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value object used by both; addScaled() returns a new object rather than mutating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HR" altLang="en-H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FoodCollection</a:t>
            </a:r>
            <a:r>
              <a:rPr kumimoji="0" lang="en-HR" altLang="en-H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manages all foods in a LinkedHashMap to preserve insertion order, which ensures no forward references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HR" altLang="en-H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 saving/reloading CSV</a:t>
            </a:r>
          </a:p>
        </p:txBody>
      </p:sp>
    </p:spTree>
    <p:extLst>
      <p:ext uri="{BB962C8B-B14F-4D97-AF65-F5344CB8AC3E}">
        <p14:creationId xmlns:p14="http://schemas.microsoft.com/office/powerpoint/2010/main" val="1200891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CDB824-C958-7D61-B9CD-64227A196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3149" y="1371600"/>
            <a:ext cx="5737859" cy="1097280"/>
          </a:xfrm>
        </p:spPr>
        <p:txBody>
          <a:bodyPr>
            <a:normAutofit fontScale="90000"/>
          </a:bodyPr>
          <a:lstStyle/>
          <a:p>
            <a:r>
              <a:rPr lang="en-GB" dirty="0"/>
              <a:t>Composite Sequence: </a:t>
            </a:r>
            <a:r>
              <a:rPr lang="en-GB" dirty="0" err="1"/>
              <a:t>getNutrients</a:t>
            </a:r>
            <a:r>
              <a:rPr lang="en-GB" dirty="0"/>
              <a:t>()</a:t>
            </a:r>
            <a:endParaRPr lang="en-HR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6630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24741B9-B527-42AB-6DDB-4FFC3FE1D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3149" y="2633236"/>
            <a:ext cx="5737860" cy="366698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Client calls </a:t>
            </a:r>
            <a:r>
              <a:rPr lang="en-GB" dirty="0" err="1"/>
              <a:t>getNutrients</a:t>
            </a:r>
            <a:r>
              <a:rPr lang="en-GB" dirty="0"/>
              <a:t>() on a Recipe</a:t>
            </a:r>
          </a:p>
          <a:p>
            <a:r>
              <a:rPr lang="en-GB" dirty="0"/>
              <a:t>Recipe enters a loop — </a:t>
            </a:r>
            <a:r>
              <a:rPr lang="en-GB" i="1" dirty="0"/>
              <a:t>for each ingredient:</a:t>
            </a:r>
            <a:r>
              <a:rPr lang="en-GB" dirty="0"/>
              <a:t> </a:t>
            </a:r>
          </a:p>
          <a:p>
            <a:pPr lvl="1"/>
            <a:r>
              <a:rPr lang="en-GB" b="1" dirty="0"/>
              <a:t>leaf case</a:t>
            </a:r>
            <a:r>
              <a:rPr lang="en-GB" dirty="0"/>
              <a:t> calls </a:t>
            </a:r>
            <a:r>
              <a:rPr lang="en-GB" dirty="0" err="1"/>
              <a:t>getNutrients</a:t>
            </a:r>
            <a:r>
              <a:rPr lang="en-GB" dirty="0"/>
              <a:t>() directly on </a:t>
            </a:r>
            <a:r>
              <a:rPr lang="en-GB" dirty="0" err="1"/>
              <a:t>BasicFood</a:t>
            </a:r>
            <a:r>
              <a:rPr lang="en-GB" dirty="0"/>
              <a:t> → gets back a simple Nutrients object</a:t>
            </a:r>
          </a:p>
          <a:p>
            <a:pPr lvl="1"/>
            <a:r>
              <a:rPr lang="en-GB" b="1" dirty="0"/>
              <a:t>composite case</a:t>
            </a:r>
            <a:r>
              <a:rPr lang="en-GB" dirty="0"/>
              <a:t> calls </a:t>
            </a:r>
            <a:r>
              <a:rPr lang="en-GB" dirty="0" err="1"/>
              <a:t>getNutrients</a:t>
            </a:r>
            <a:r>
              <a:rPr lang="en-GB" dirty="0"/>
              <a:t>() on </a:t>
            </a:r>
            <a:r>
              <a:rPr lang="en-GB" dirty="0" err="1"/>
              <a:t>SubRecipe</a:t>
            </a:r>
            <a:r>
              <a:rPr lang="en-GB" dirty="0"/>
              <a:t> → </a:t>
            </a:r>
            <a:r>
              <a:rPr lang="en-GB" dirty="0" err="1"/>
              <a:t>SubRecipe</a:t>
            </a:r>
            <a:r>
              <a:rPr lang="en-GB" dirty="0"/>
              <a:t> repeats the same loop internally, asks its own </a:t>
            </a:r>
            <a:r>
              <a:rPr lang="en-GB" dirty="0" err="1"/>
              <a:t>BasicFood</a:t>
            </a:r>
            <a:r>
              <a:rPr lang="en-GB" dirty="0"/>
              <a:t> for nutrients, then returns a summed Nutrients up to Recipe</a:t>
            </a:r>
          </a:p>
          <a:p>
            <a:r>
              <a:rPr lang="en-GB" dirty="0"/>
              <a:t>Recipe accumulates all results and returns the final total Nutrients to the Client</a:t>
            </a:r>
          </a:p>
          <a:p>
            <a:endParaRPr lang="en-US" dirty="0"/>
          </a:p>
        </p:txBody>
      </p:sp>
      <p:pic>
        <p:nvPicPr>
          <p:cNvPr id="4" name="Picture 3" descr="A screenshot of a diagram&#10;&#10;AI-generated content may be incorrect.">
            <a:extLst>
              <a:ext uri="{FF2B5EF4-FFF2-40B4-BE49-F238E27FC236}">
                <a16:creationId xmlns:a16="http://schemas.microsoft.com/office/drawing/2014/main" id="{50CE7527-EBE1-2213-C11A-6F317D5B8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85" y="0"/>
            <a:ext cx="48457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150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6A740-2F76-47B4-9968-ABEC9658F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FoodCollection</a:t>
            </a:r>
            <a:r>
              <a:rPr lang="en-GB" dirty="0"/>
              <a:t> — Managing All Foods</a:t>
            </a:r>
            <a:endParaRPr lang="en-H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628F71-3781-3486-2AB0-B1928BD3B9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79" y="2515842"/>
            <a:ext cx="5052798" cy="2970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sr-Latn-RS" altLang="sr-Latn-R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Central storage for all food items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sr-Latn-RS" altLang="sr-Latn-R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Loads data from foods.csv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sr-Latn-RS" altLang="sr-Latn-R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Allows searching food by name, and provide acess to a food data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sr-Latn-RS" altLang="sr-Latn-R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Provides FoodItem objects to the rest of the app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sr-Latn-RS" altLang="sr-Latn-R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Used by AppController to add food to logs </a:t>
            </a:r>
          </a:p>
        </p:txBody>
      </p:sp>
    </p:spTree>
    <p:extLst>
      <p:ext uri="{BB962C8B-B14F-4D97-AF65-F5344CB8AC3E}">
        <p14:creationId xmlns:p14="http://schemas.microsoft.com/office/powerpoint/2010/main" val="772365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0F2EA-2991-DDDE-F987-FFECB466E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877AC-66FB-0FE6-395D-4136C75FB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Food</a:t>
            </a:r>
            <a:r>
              <a:rPr lang="hr-HR" dirty="0"/>
              <a:t>Item and BasicFood</a:t>
            </a:r>
            <a:endParaRPr lang="en-HR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593B86F-37B0-B813-8D79-FA361A4A27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79" y="2363089"/>
            <a:ext cx="7529279" cy="3739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sr-Latn-RS" altLang="sr-Latn-R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FoodItem - defines common behavior for all food types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sr-Latn-RS" altLang="sr-Latn-R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Methods: getName(), getCalories(), getNutrients()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Used by all food-related classes</a:t>
            </a:r>
            <a:endParaRPr lang="hr-H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kumimoji="0" lang="sr-Latn-RS" altLang="sr-Latn-R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sr-Latn-RS" altLang="sr-Latn-RS" sz="1600" dirty="0">
                <a:latin typeface="Arial" panose="020B0604020202020204" pitchFamily="34" charset="0"/>
                <a:cs typeface="Arial" panose="020B0604020202020204" pitchFamily="34" charset="0"/>
              </a:rPr>
              <a:t>BasicFood – r</a:t>
            </a:r>
            <a:r>
              <a:rPr lang="sr-Latn-RS" altLang="sr-Latn-RS" sz="1600" dirty="0">
                <a:latin typeface="Arial" panose="020B0604020202020204" pitchFamily="34" charset="0"/>
              </a:rPr>
              <a:t>epresents simple food items (e.g. apple, bread)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sr-Latn-RS" altLang="sr-Latn-RS" sz="1600" dirty="0">
                <a:latin typeface="Arial" panose="020B0604020202020204" pitchFamily="34" charset="0"/>
              </a:rPr>
              <a:t>It is a leaf object, and it implements FoodItem interface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sr-Latn-RS" altLang="sr-Latn-RS" sz="1600" dirty="0">
                <a:latin typeface="Arial" panose="020B0604020202020204" pitchFamily="34" charset="0"/>
              </a:rPr>
              <a:t>Stores fixed nutritional values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sr-Latn-RS" altLang="sr-Latn-RS" sz="1600" dirty="0">
                <a:latin typeface="Arial" panose="020B0604020202020204" pitchFamily="34" charset="0"/>
              </a:rPr>
              <a:t>Implements FoodItem interface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endParaRPr lang="sr-Latn-RS" altLang="sr-Latn-R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endParaRPr lang="sr-Latn-RS" altLang="sr-Latn-R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133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1E0D7-6D6C-7F42-16CB-88328D98F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E0FBE-719F-71FD-4337-CC1439DFA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AppController </a:t>
            </a:r>
            <a:endParaRPr lang="en-HR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E18C3D0-8D8F-5C71-E0F4-061B97F9A3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0992" y="2238048"/>
            <a:ext cx="5543163" cy="3462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sr-Latn-RS" altLang="sr-Latn-R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 controller of the application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sr-Latn-RS" altLang="sr-Latn-R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Connects key components: FoodCollection (food data) and LogManager (daily logs)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sr-Latn-RS" altLang="sr-Latn-R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Responsibilities: handles user input, processes commands, and managing current date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sr-Latn-RS" altLang="sr-Latn-R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takes the food from FoodCollection, then gets DailyLog from LogManager, and then it stores o nright date</a:t>
            </a:r>
          </a:p>
        </p:txBody>
      </p:sp>
    </p:spTree>
    <p:extLst>
      <p:ext uri="{BB962C8B-B14F-4D97-AF65-F5344CB8AC3E}">
        <p14:creationId xmlns:p14="http://schemas.microsoft.com/office/powerpoint/2010/main" val="3922395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1B1E1-25C5-08F3-F614-CF0009C9D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F2C6B-7FC0-472C-46C7-084E6BFFB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LogEntry</a:t>
            </a:r>
            <a:endParaRPr lang="en-HR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DEDF816-040F-E47A-0364-9E026DC430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0936" y="2515842"/>
            <a:ext cx="5328419" cy="2970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sr-Latn-RS" altLang="sr-Latn-R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LogEntry represents a single food entry in the system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sr-Latn-RS" altLang="sr-Latn-R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contains a reference to a FoodItem and a quantity value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sr-Latn-RS" altLang="sr-Latn-R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responsible for calculating total calories based on quantity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sr-Latn-RS" altLang="sr-Latn-R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acts as the basic data unit within the logging module </a:t>
            </a:r>
          </a:p>
        </p:txBody>
      </p:sp>
    </p:spTree>
    <p:extLst>
      <p:ext uri="{BB962C8B-B14F-4D97-AF65-F5344CB8AC3E}">
        <p14:creationId xmlns:p14="http://schemas.microsoft.com/office/powerpoint/2010/main" val="3476533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9419B-0860-E4C5-96D6-7F7C4513C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BBD64-B671-61E8-3030-D98BE932D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DailyLog</a:t>
            </a:r>
            <a:endParaRPr lang="en-HR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3B21082-3216-CB7A-49E6-FE70A0A0BF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0936" y="2308092"/>
            <a:ext cx="5328419" cy="3386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DailyLog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represents a collection of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LogEntry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objects for a specific date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It aggregates all entries to represent total daily intake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It provides methods for calculating total calories and nutrients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It may also store additional metadata such as weight and calorie limits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endParaRPr kumimoji="0" lang="sr-Latn-RS" altLang="sr-Latn-R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948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6D7F9-E0F5-34E8-17DB-3501A4206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BD845-80D9-3817-8BC1-72A274D75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LogManager</a:t>
            </a:r>
            <a:endParaRPr lang="en-HR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B18EAA4-7F67-49FB-BC06-40886D11B4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0936" y="2308092"/>
            <a:ext cx="5328419" cy="3386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DailyLog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represents a collection of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LogEntry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objects for a specific date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It aggregates all entries to represent total daily intake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It provides methods for calculating total calories and nutrients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It may also store additional metadata such as weight and calorie limits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endParaRPr kumimoji="0" lang="sr-Latn-RS" altLang="sr-Latn-R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239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F7420-F2C9-3D7C-4B5E-17C809A3C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network&#10;&#10;AI-generated content may be incorrect.">
            <a:extLst>
              <a:ext uri="{FF2B5EF4-FFF2-40B4-BE49-F238E27FC236}">
                <a16:creationId xmlns:a16="http://schemas.microsoft.com/office/drawing/2014/main" id="{CF1E409B-6255-A87A-6962-A4EF476EE5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39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1E4BC2-DC9A-DFF2-5FE7-88B41B6B9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327" y="1099984"/>
            <a:ext cx="5664808" cy="2738530"/>
          </a:xfrm>
        </p:spPr>
        <p:txBody>
          <a:bodyPr anchor="t">
            <a:normAutofit fontScale="90000"/>
          </a:bodyPr>
          <a:lstStyle/>
          <a:p>
            <a:r>
              <a:rPr lang="hr-HR" sz="6600" dirty="0">
                <a:solidFill>
                  <a:schemeClr val="bg1"/>
                </a:solidFill>
              </a:rPr>
              <a:t>Thanks for your attention!!!</a:t>
            </a:r>
            <a:endParaRPr lang="en-HR" sz="66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FB8F1-CBEC-A845-6EB6-A4CAC206EF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327" y="3429000"/>
            <a:ext cx="4062140" cy="1762432"/>
          </a:xfrm>
          <a:ln>
            <a:noFill/>
          </a:ln>
        </p:spPr>
        <p:txBody>
          <a:bodyPr>
            <a:normAutofit/>
          </a:bodyPr>
          <a:lstStyle/>
          <a:p>
            <a:endParaRPr lang="en-HR" sz="1600" dirty="0"/>
          </a:p>
        </p:txBody>
      </p:sp>
    </p:spTree>
    <p:extLst>
      <p:ext uri="{BB962C8B-B14F-4D97-AF65-F5344CB8AC3E}">
        <p14:creationId xmlns:p14="http://schemas.microsoft.com/office/powerpoint/2010/main" val="385452661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563</Words>
  <Application>Microsoft Office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Grandview Display</vt:lpstr>
      <vt:lpstr>DashVTI</vt:lpstr>
      <vt:lpstr>Food Tracking System Phase 1</vt:lpstr>
      <vt:lpstr>Introduction: What Is the Food Tracking System?</vt:lpstr>
      <vt:lpstr>Composite Pattern: Class Structure</vt:lpstr>
      <vt:lpstr>Composite Sequence: getNutrients()</vt:lpstr>
      <vt:lpstr>FoodCollection — Managing All Foods</vt:lpstr>
      <vt:lpstr>FoodItem and BasicFood</vt:lpstr>
      <vt:lpstr>AppController </vt:lpstr>
      <vt:lpstr>LogEntry</vt:lpstr>
      <vt:lpstr>DailyLog</vt:lpstr>
      <vt:lpstr>LogManager</vt:lpstr>
      <vt:lpstr>Thanks for your attention!!!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Marko Obsivac (RIT Student)</dc:creator>
  <cp:lastModifiedBy>Denis Kešelj</cp:lastModifiedBy>
  <cp:revision>11</cp:revision>
  <dcterms:created xsi:type="dcterms:W3CDTF">2026-03-31T14:39:01Z</dcterms:created>
  <dcterms:modified xsi:type="dcterms:W3CDTF">2026-03-31T16:47:14Z</dcterms:modified>
</cp:coreProperties>
</file>